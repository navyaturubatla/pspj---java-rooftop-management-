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JetBrains Mono"/>
      <p:regular r:id="rId17"/>
    </p:embeddedFont>
    <p:embeddedFont>
      <p:font typeface="Plus Jakarta Sans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218533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34467"/>
            <a:ext cx="2171700" cy="285750"/>
          </a:xfrm>
          <a:prstGeom prst="roundRect">
            <a:avLst>
              <a:gd name="adj" fmla="val 50000"/>
            </a:avLst>
          </a:prstGeom>
          <a:solidFill>
            <a:srgbClr val="0F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95600" y="1934467"/>
            <a:ext cx="1685925" cy="285750"/>
          </a:xfrm>
          <a:prstGeom prst="roundRect">
            <a:avLst>
              <a:gd name="adj" fmla="val 50000"/>
            </a:avLst>
          </a:prstGeom>
          <a:solidFill>
            <a:srgbClr val="322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218533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19450" y="4537620"/>
            <a:ext cx="9525" cy="3429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2448817"/>
            <a:ext cx="9426178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Rooftop Solar Energy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208883"/>
            <a:ext cx="7239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A Java-based problem solving solution for tracking solar generation, power consumption, and battery 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91617"/>
            <a:ext cx="1962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0B981"/>
                </a:solidFill>
                <a:latin typeface="Plus Jakarta Sans"/>
              </a:rPr>
              <a:t>ACADEMIC YEAR 2026–27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1991617"/>
            <a:ext cx="14763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59E0B"/>
                </a:solidFill>
                <a:latin typeface="Plus Jakarta Sans"/>
              </a:rPr>
              <a:t>PROJECT BATCH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494758"/>
            <a:ext cx="2881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DEVELOPED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704308"/>
            <a:ext cx="2881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T. NAVYA • VYSHALI MEESA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3775" y="4494758"/>
            <a:ext cx="4738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COURSE &amp;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3775" y="4704308"/>
            <a:ext cx="47386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0B981"/>
                </a:solidFill>
                <a:latin typeface="Plus Jakarta Sans"/>
              </a:rPr>
              <a:t>Problem Solving Using Programming (CSE01)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143125"/>
            <a:ext cx="5257800" cy="11144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448050"/>
            <a:ext cx="5257800" cy="11144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752975"/>
            <a:ext cx="5257800" cy="8953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143125"/>
            <a:ext cx="38100" cy="11144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448050"/>
            <a:ext cx="38100" cy="11144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752975"/>
            <a:ext cx="38100" cy="8953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085975"/>
            <a:ext cx="5257800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085975"/>
            <a:ext cx="5257800" cy="3619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BACKGROUND &amp;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Academic 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33625"/>
            <a:ext cx="63507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Academic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28900"/>
            <a:ext cx="4933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Developed for CSE01 under Problem Solving Using Programming curriculum.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638550"/>
            <a:ext cx="63507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Core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933825"/>
            <a:ext cx="4933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Apply fundamental Java control structures to solve clean energy management challenges.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943475"/>
            <a:ext cx="63507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Team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238750"/>
            <a:ext cx="6048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Executed by T. Navya and Vyshali Meesa (Batch 24).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24150"/>
            <a:ext cx="35052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52737"/>
            <a:ext cx="3505200" cy="2124075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2737"/>
            <a:ext cx="3505200" cy="2124075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289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575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575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152775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2" y="3281362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825" y="328136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76650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Unmonitored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9075"/>
            <a:ext cx="29908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Solar production fluctuates dynamically without real-time tracking.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805237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Energy Deficit Risks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4157662"/>
            <a:ext cx="2990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Uncontrolled load leads to unexpected power shortfalls.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0" y="3805237"/>
            <a:ext cx="38004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Battery Degradation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4157662"/>
            <a:ext cx="29908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Lack of charge thresholds causes battery life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33775"/>
            <a:ext cx="10972800" cy="723900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504950"/>
            <a:ext cx="3454449" cy="1647825"/>
          </a:xfrm>
          <a:prstGeom prst="roundRect">
            <a:avLst>
              <a:gd name="adj" fmla="val 9248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68849" y="1504950"/>
            <a:ext cx="3454449" cy="1647825"/>
          </a:xfrm>
          <a:prstGeom prst="roundRect">
            <a:avLst>
              <a:gd name="adj" fmla="val 9248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28099" y="1504950"/>
            <a:ext cx="3454449" cy="1647825"/>
          </a:xfrm>
          <a:prstGeom prst="roundRect">
            <a:avLst>
              <a:gd name="adj" fmla="val 924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00" y="3762375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SYSTEM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Objectives &amp; Target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76662"/>
            <a:ext cx="781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Enable efficient rooftop energy usage through structured Java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771650"/>
            <a:ext cx="365131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6A34A"/>
                </a:solidFill>
                <a:latin typeface="Plus Jakarta San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428875"/>
            <a:ext cx="3651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Console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686050"/>
            <a:ext cx="3651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Real-time solar input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5549" y="1771650"/>
            <a:ext cx="365131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D97706"/>
                </a:solidFill>
                <a:latin typeface="Plus Jakarta Sans"/>
              </a:rPr>
              <a:t>3-Tier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5549" y="2428875"/>
            <a:ext cx="3651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Battery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5549" y="2686050"/>
            <a:ext cx="3651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High, medium, and low monitoring.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799" y="1771650"/>
            <a:ext cx="3651312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2563EB"/>
                </a:solidFill>
                <a:latin typeface="Plus Jakarta Sans"/>
              </a:rPr>
              <a:t>Automated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799" y="2428875"/>
            <a:ext cx="3651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Daily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799" y="2686050"/>
            <a:ext cx="3651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Complete multi-reading summary.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85975"/>
            <a:ext cx="109728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038475"/>
            <a:ext cx="109728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90975"/>
            <a:ext cx="109728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943475"/>
            <a:ext cx="1097280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6300" y="22764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76300" y="32289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6300" y="41814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6300" y="5133975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FUNCTIONALITY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System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227647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322897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8FAFC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418147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5133975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5900" y="2276475"/>
            <a:ext cx="10706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Record Generated Power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5900" y="2495550"/>
            <a:ext cx="10706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Accept solar generation readings directly through the console.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5900" y="3228975"/>
            <a:ext cx="10706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Compare Power Consumption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5900" y="3448050"/>
            <a:ext cx="10706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Calculate exact difference between generated power and consumption.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4181475"/>
            <a:ext cx="10706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Monitor Remaining Battery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900" y="4400550"/>
            <a:ext cx="10706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Classify remaining storage into High, Medium, or Low ranges.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5900" y="5133975"/>
            <a:ext cx="107061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Generate Daily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5900" y="5353050"/>
            <a:ext cx="10706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Output structured reading records using a Java for-loop.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86137"/>
            <a:ext cx="193550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68959" y="3386137"/>
            <a:ext cx="193550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28319" y="3386137"/>
            <a:ext cx="193550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87679" y="3386137"/>
            <a:ext cx="193550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47039" y="3386137"/>
            <a:ext cx="1935509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386137"/>
            <a:ext cx="1935509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68959" y="3386137"/>
            <a:ext cx="1935509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8319" y="3386137"/>
            <a:ext cx="1935509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87679" y="3386137"/>
            <a:ext cx="1935509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47039" y="3386137"/>
            <a:ext cx="1935509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409" y="3857625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8769" y="3857625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129" y="3857625"/>
            <a:ext cx="952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489" y="3857625"/>
            <a:ext cx="952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Workflow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614737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STEP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862387"/>
            <a:ext cx="2140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Readings 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119562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Set total readings count.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1359" y="3614737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82F6"/>
                </a:solidFill>
                <a:latin typeface="Plus Jakarta Sans"/>
              </a:rPr>
              <a:t>STEP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1359" y="3862387"/>
            <a:ext cx="2140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Console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1359" y="4119562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Power, load &amp; battery 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0719" y="3614737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0719" y="3862387"/>
            <a:ext cx="2140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Calculate 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0719" y="4119562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rest = generated - usage.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0079" y="3614737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STEP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0079" y="3862387"/>
            <a:ext cx="2140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Classify 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0079" y="4119562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Surplus, deficit, balanced.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9439" y="3614737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B5CF6"/>
                </a:solidFill>
                <a:latin typeface="Plus Jakarta Sans"/>
              </a:rPr>
              <a:t>STEP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9439" y="3862387"/>
            <a:ext cx="21403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Daily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99439" y="4119562"/>
            <a:ext cx="20383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Final for-loop printout.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9875"/>
            <a:ext cx="5391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809875"/>
            <a:ext cx="5391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3990975"/>
            <a:ext cx="5391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990975"/>
            <a:ext cx="539115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PROGRAMMING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Java Control Structures 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038475"/>
            <a:ext cx="647580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Plus Jakarta Sans"/>
              </a:rPr>
              <a:t>while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52800"/>
            <a:ext cx="6167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Tracks dynamic inputs while reading counter r &lt;= 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038475"/>
            <a:ext cx="57721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97706"/>
                </a:solidFill>
                <a:latin typeface="Plus Jakarta Sans"/>
              </a:rPr>
              <a:t>if – else if – else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3352800"/>
            <a:ext cx="57721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Classifies power balance and battery ranges.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19575"/>
            <a:ext cx="647580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59669"/>
                </a:solidFill>
                <a:latin typeface="Plus Jakarta Sans"/>
              </a:rPr>
              <a:t>for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533900"/>
            <a:ext cx="6167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Iterates through stored metrics to print daily reports.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4219575"/>
            <a:ext cx="57721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7C3AED"/>
                </a:solidFill>
                <a:latin typeface="Plus Jakarta Sans"/>
              </a:rPr>
              <a:t>Scanner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4533900"/>
            <a:ext cx="57721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Reads user numeric values seamlessly via System.in.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95562"/>
            <a:ext cx="6583709" cy="2600325"/>
          </a:xfrm>
          <a:prstGeom prst="roundRect">
            <a:avLst>
              <a:gd name="adj" fmla="val 439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98109" y="2781300"/>
            <a:ext cx="4084290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98109" y="3971925"/>
            <a:ext cx="4084290" cy="1038225"/>
          </a:xfrm>
          <a:prstGeom prst="roundRect">
            <a:avLst>
              <a:gd name="adj" fmla="val 91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CODE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Input &amp; Reading Loop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24162"/>
            <a:ext cx="76581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JetBrains Mono"/>
              </a:rPr>
              <a:t>// Scanner initialization &amp; readings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038475"/>
            <a:ext cx="76581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43F5E"/>
                </a:solidFill>
                <a:latin typeface="JetBrains Mono"/>
              </a:rPr>
              <a:t>Scanner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scn =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new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Scanner(System.in);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252787"/>
            <a:ext cx="76581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r = 1;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467100"/>
            <a:ext cx="76581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n = scn.nextInt();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95725"/>
            <a:ext cx="76581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43F5E"/>
                </a:solidFill>
                <a:latin typeface="JetBrains Mono"/>
              </a:rPr>
              <a:t>while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(r &lt;= n)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110037"/>
            <a:ext cx="74676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8FAFC"/>
                </a:solidFill>
                <a:latin typeface="JetBrains Mono"/>
              </a:rPr>
              <a:t>generated_power = scn.nextInt();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324350"/>
            <a:ext cx="74676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8FAFC"/>
                </a:solidFill>
                <a:latin typeface="JetBrains Mono"/>
              </a:rPr>
              <a:t>consumption = scn.nextInt();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538662"/>
            <a:ext cx="74676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rest = generated_power - consumption;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752975"/>
            <a:ext cx="7658137" cy="214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8FAFC"/>
                </a:solidFill>
                <a:latin typeface="JetBrains Mono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8609" y="2971800"/>
            <a:ext cx="45033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Dynamic Reading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8609" y="3228975"/>
            <a:ext cx="379854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Accepts total reading count n dynamically from console.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8609" y="4162425"/>
            <a:ext cx="45033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Power Difference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8609" y="4419600"/>
            <a:ext cx="379854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Computes rest = generated_power - consumption per cycle.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6075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86075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86075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76300" y="3190875"/>
            <a:ext cx="838200" cy="247650"/>
          </a:xfrm>
          <a:prstGeom prst="roundRect">
            <a:avLst>
              <a:gd name="adj" fmla="val 23076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886075"/>
            <a:ext cx="35052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10100" y="3190875"/>
            <a:ext cx="733425" cy="247650"/>
          </a:xfrm>
          <a:prstGeom prst="roundRect">
            <a:avLst>
              <a:gd name="adj" fmla="val 2307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43400" y="2886075"/>
            <a:ext cx="3505200" cy="57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43900" y="3190875"/>
            <a:ext cx="962025" cy="247650"/>
          </a:xfrm>
          <a:prstGeom prst="roundRect">
            <a:avLst>
              <a:gd name="adj" fmla="val 2307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77200" y="2886075"/>
            <a:ext cx="350520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CORE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Energy Balance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228975"/>
            <a:ext cx="7048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65F46"/>
                </a:solidFill>
                <a:latin typeface="Plus Jakarta Sans"/>
              </a:rPr>
              <a:t>SURPLUS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562350"/>
            <a:ext cx="39004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Power Surplus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924300"/>
            <a:ext cx="3714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59669"/>
                </a:solidFill>
                <a:latin typeface="JetBrains Mono"/>
              </a:rPr>
              <a:t>rest &lt; generated_power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238625"/>
            <a:ext cx="3067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Generation exceeds consumption. Excess energy stored in battery.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400" y="3228975"/>
            <a:ext cx="6000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DEFICIT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100" y="3562350"/>
            <a:ext cx="390048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Power Deficit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3924300"/>
            <a:ext cx="3714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DC2626"/>
                </a:solidFill>
                <a:latin typeface="JetBrains Mono"/>
              </a:rPr>
              <a:t>rest &gt; generated_power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0100" y="4238625"/>
            <a:ext cx="3067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Consumption exceeds solar production. Battery discharge required.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28975"/>
            <a:ext cx="828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BALANCED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3900" y="3562350"/>
            <a:ext cx="38481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Power Balanced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3900" y="3924300"/>
            <a:ext cx="3714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563EB"/>
                </a:solidFill>
                <a:latin typeface="JetBrains Mono"/>
              </a:rPr>
              <a:t>rest == generated_power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3900" y="4238625"/>
            <a:ext cx="3067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Exact balance between solar energy produced and consumer 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3200"/>
            <a:ext cx="3505200" cy="2305050"/>
          </a:xfrm>
          <a:prstGeom prst="roundRect">
            <a:avLst>
              <a:gd name="adj" fmla="val 661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743200"/>
            <a:ext cx="3505200" cy="2305050"/>
          </a:xfrm>
          <a:prstGeom prst="roundRect">
            <a:avLst>
              <a:gd name="adj" fmla="val 6611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43200"/>
            <a:ext cx="3505200" cy="2305050"/>
          </a:xfrm>
          <a:prstGeom prst="roundRect">
            <a:avLst>
              <a:gd name="adj" fmla="val 6611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57525"/>
            <a:ext cx="3905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57525"/>
            <a:ext cx="3905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57525"/>
            <a:ext cx="3905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STORAGE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Battery Level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52825"/>
            <a:ext cx="359568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5803D"/>
                </a:solidFill>
                <a:latin typeface="Plus Jakarta Sans"/>
              </a:rPr>
              <a:t>&gt;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195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High Battery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333875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Optimal storage level for continuous operational support.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552825"/>
            <a:ext cx="359568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B45309"/>
                </a:solidFill>
                <a:latin typeface="Plus Jakarta Sans"/>
              </a:rPr>
              <a:t>50% –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40195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Medium Battery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4333875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Sufficient reserve capacity, monitor peak consumption.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552825"/>
            <a:ext cx="3595687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B91C1C"/>
                </a:solidFill>
                <a:latin typeface="Plus Jakarta Sans"/>
              </a:rPr>
              <a:t>&lt; 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40195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Low Battery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333875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Critical reserve level. Recommend immediate load reduction.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7025"/>
            <a:ext cx="6583709" cy="2057400"/>
          </a:xfrm>
          <a:prstGeom prst="roundRect">
            <a:avLst>
              <a:gd name="adj" fmla="val 555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98109" y="2667000"/>
            <a:ext cx="408429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98109" y="3990975"/>
            <a:ext cx="408429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REPORTING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Daily Report Generator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95625"/>
            <a:ext cx="76581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JetBrains Mono"/>
              </a:rPr>
              <a:t>// Consolidated Daily Report for-loop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95650"/>
            <a:ext cx="76581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43F5E"/>
                </a:solidFill>
                <a:latin typeface="JetBrains Mono"/>
              </a:rPr>
              <a:t>for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(</a:t>
            </a:r>
            <a:r>
              <a:rPr sz="1050" b="0" i="0" u="none">
                <a:solidFill>
                  <a:srgbClr val="38BDF8"/>
                </a:solidFill>
                <a:latin typeface="JetBrains Mono"/>
              </a:rPr>
              <a:t>int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i = 0; i &lt; n; i++)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3495675"/>
            <a:ext cx="74676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JetBrains Mono"/>
              </a:rPr>
              <a:t>System.out.println("Reading " + (i+1) + ":");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695700"/>
            <a:ext cx="74676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8FAFC"/>
                </a:solidFill>
                <a:latin typeface="JetBrains Mono"/>
              </a:rPr>
              <a:t>System.out.println(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"Power Generated: 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+ generated_power + 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 W"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895725"/>
            <a:ext cx="74676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8FAFC"/>
                </a:solidFill>
                <a:latin typeface="JetBrains Mono"/>
              </a:rPr>
              <a:t>System.out.println(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"Consumption : 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+ consumption + 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 W"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4095750"/>
            <a:ext cx="74676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8FAFC"/>
                </a:solidFill>
                <a:latin typeface="JetBrains Mono"/>
              </a:rPr>
              <a:t>System.out.println(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"Battery : 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+ battery + 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"%"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4295775"/>
            <a:ext cx="74676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8FAFC"/>
                </a:solidFill>
                <a:latin typeface="JetBrains Mono"/>
              </a:rPr>
              <a:t>System.out.println(</a:t>
            </a:r>
            <a:r>
              <a:rPr sz="1050" b="0" i="0" u="none">
                <a:solidFill>
                  <a:srgbClr val="A3E635"/>
                </a:solidFill>
                <a:latin typeface="JetBrains Mono"/>
              </a:rPr>
              <a:t>"Conclusion: "</a:t>
            </a:r>
            <a:r>
              <a:rPr sz="1050" b="0" i="0" u="none">
                <a:solidFill>
                  <a:srgbClr val="F8FAFC"/>
                </a:solidFill>
                <a:latin typeface="JetBrains Mono"/>
              </a:rPr>
              <a:t> + conclusion);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95800"/>
            <a:ext cx="76581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F8FAFC"/>
                </a:solidFill>
                <a:latin typeface="JetBrains Mono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709" y="2895600"/>
            <a:ext cx="44652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Iterative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709" y="3171825"/>
            <a:ext cx="372234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Leverages a for loop to cleanly format and output all recorded solar metrics.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709" y="4219575"/>
            <a:ext cx="44652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Formatted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709" y="4495800"/>
            <a:ext cx="372234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Presents power units in Watts (W) and battery levels as exact percentages (%).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24125"/>
            <a:ext cx="5562600" cy="2743200"/>
          </a:xfrm>
          <a:prstGeom prst="roundRect">
            <a:avLst>
              <a:gd name="adj" fmla="val 416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0" y="2862262"/>
            <a:ext cx="51054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77000" y="3890962"/>
            <a:ext cx="51054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77000" y="2862262"/>
            <a:ext cx="38100" cy="838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77000" y="3890962"/>
            <a:ext cx="38100" cy="10382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Sample Console Execution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52725"/>
            <a:ext cx="6381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JetBrains Mono"/>
              </a:rPr>
              <a:t>&gt; Enter no. of readings: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09925"/>
            <a:ext cx="6381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8BDF8"/>
                </a:solidFill>
                <a:latin typeface="JetBrains Mono"/>
              </a:rPr>
              <a:t>[Reading 1] 87W Gen | 67W Cons | 89% 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438525"/>
            <a:ext cx="6381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ADE80"/>
                </a:solidFill>
                <a:latin typeface="JetBrains Mono"/>
              </a:rPr>
              <a:t>→ Output: Surplus --- high battery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95725"/>
            <a:ext cx="6381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8BDF8"/>
                </a:solidFill>
                <a:latin typeface="JetBrains Mono"/>
              </a:rPr>
              <a:t>[Reading 2] 85W Gen | 89W Cons | 34% Battery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24325"/>
            <a:ext cx="6381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87171"/>
                </a:solidFill>
                <a:latin typeface="JetBrains Mono"/>
              </a:rPr>
              <a:t>→ Output: Surplus --- low battery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581525"/>
            <a:ext cx="6381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38BDF8"/>
                </a:solidFill>
                <a:latin typeface="JetBrains Mono"/>
              </a:rPr>
              <a:t>[Reading 3] 45W Gen | 67W Cons | 78% Battery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810125"/>
            <a:ext cx="6381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FBBF24"/>
                </a:solidFill>
                <a:latin typeface="JetBrains Mono"/>
              </a:rPr>
              <a:t>→ Output: Surplus --- medium battery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052762"/>
            <a:ext cx="5486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Reading 1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3309937"/>
            <a:ext cx="5486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Sufficient generation (+20W surplus) and optimal storage (89%).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4081462"/>
            <a:ext cx="5486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Reading 2 &amp; 3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4338637"/>
            <a:ext cx="4781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Tracks dynamic changes across energy levels and battery ranges.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7500"/>
            <a:ext cx="5638800" cy="207645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514725"/>
            <a:ext cx="5029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371725"/>
            <a:ext cx="5029200" cy="30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OUTPUT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Daily Report Output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62300"/>
            <a:ext cx="538067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=== DAILY REPORT ===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24275"/>
            <a:ext cx="10287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Reading 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1875" y="3724275"/>
            <a:ext cx="2964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Plus Jakarta Sans"/>
              </a:rPr>
              <a:t>87W Gen / 67W Load / 89% Batt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76700"/>
            <a:ext cx="1066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Reading 2: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2825" y="4076700"/>
            <a:ext cx="2988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Plus Jakarta Sans"/>
              </a:rPr>
              <a:t>85W Gen / 89W Load / 34% Batt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29125"/>
            <a:ext cx="1066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Plus Jakarta Sans"/>
              </a:rPr>
              <a:t>Reading 3: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1875" y="4429125"/>
            <a:ext cx="2964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Plus Jakarta Sans"/>
              </a:rPr>
              <a:t>45W Gen / 67W Load / 78% Batt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28925"/>
            <a:ext cx="258514" cy="2667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52825"/>
            <a:ext cx="245566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76725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75297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32" y="2895600"/>
            <a:ext cx="11430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33" y="3619500"/>
            <a:ext cx="11430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343400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819650"/>
            <a:ext cx="11430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LEARNING 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Project Achievements &amp;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514" y="2809875"/>
            <a:ext cx="825683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Plus Jakarta Sans"/>
              </a:rPr>
              <a:t>Control Flow Mastery: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Successfully applied while, for, and if-else logic in a real-world scenario.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566" y="3533775"/>
            <a:ext cx="8269783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Plus Jakarta Sans"/>
              </a:rPr>
              <a:t>Clean Energy Modeling: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Structured dynamic data handling for generation and consumption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257675"/>
            <a:ext cx="850106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Plus Jakarta Sans"/>
              </a:rPr>
              <a:t>Console UI Design: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Delivered clear and scannable daily reporting formatting.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4733925"/>
            <a:ext cx="95488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0F172A"/>
                </a:solidFill>
                <a:latin typeface="Plus Jakarta Sans"/>
              </a:rPr>
              <a:t>Extensible Foundation:</a:t>
            </a:r>
            <a:r>
              <a:rPr sz="1500" b="0" i="0" u="none">
                <a:solidFill>
                  <a:srgbClr val="334155"/>
                </a:solidFill>
                <a:latin typeface="Plus Jakarta Sans"/>
              </a:rPr>
              <a:t> Ready for future GUI and real-time solar IoT sensor integration.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0975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6215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9549" y="2686050"/>
            <a:ext cx="3212901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419475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Rooftop Solar Energy Monitor • Java Problem-Solving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888</Words>
  <Application>Microsoft Office PowerPoint</Application>
  <PresentationFormat>Widescreen</PresentationFormat>
  <Paragraphs>161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Plus Jakarta Sans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Navya Turubatla</cp:lastModifiedBy>
  <cp:revision>3</cp:revision>
  <dcterms:created xsi:type="dcterms:W3CDTF">2013-01-27T09:14:16Z</dcterms:created>
  <dcterms:modified xsi:type="dcterms:W3CDTF">2026-09-30T14:19:48Z</dcterms:modified>
  <cp:category/>
</cp:coreProperties>
</file>